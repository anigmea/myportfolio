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Predicting Reddit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Can AI Predict Which Posts Go Viral?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33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What makes a Reddit post go viral?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560320" cy="1645920"/>
          </a:xfrm>
          <a:prstGeom prst="round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132K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Posts Analyzed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286000"/>
            <a:ext cx="2560320" cy="1645920"/>
          </a:xfrm>
          <a:prstGeom prst="round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5603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867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3832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Subreddits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286000"/>
            <a:ext cx="2560320" cy="1645920"/>
          </a:xfrm>
          <a:prstGeom prst="round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5603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3832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of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Our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Predict high engagement posts BEFORE they go viral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Using only information available at post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⚡ No future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50292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⚡ No engagement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50292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⚡ Pure content +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A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The Dataset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2560320" cy="1371600"/>
          </a:xfrm>
          <a:prstGeom prst="round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1,058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Avg Upvotes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286000"/>
            <a:ext cx="2560320" cy="1371600"/>
          </a:xfrm>
          <a:prstGeom prst="round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25603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3832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Avg Comments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286000"/>
            <a:ext cx="2560320" cy="1371600"/>
          </a:xfrm>
          <a:prstGeom prst="round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56032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3832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Data Retained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✨ Zero data loss through smart preprocessing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What We Used to Predict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2560320" cy="2286000"/>
          </a:xfrm>
          <a:prstGeom prst="round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20116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• 1,000 TF-IDF features</a:t>
            </a:r>
          </a:p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• Title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286000"/>
            <a:ext cx="2560320" cy="2286000"/>
          </a:xfrm>
          <a:prstGeom prst="round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24688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108960"/>
            <a:ext cx="20116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• Top 20 subreddits</a:t>
            </a:r>
          </a:p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• Community patterns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286000"/>
            <a:ext cx="2560320" cy="2286000"/>
          </a:xfrm>
          <a:prstGeom prst="roundRect">
            <a:avLst/>
          </a:prstGeom>
          <a:solidFill>
            <a:srgbClr val="E6E6E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46888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Timing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20116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• Hour, day, month</a:t>
            </a:r>
          </a:p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• Temporal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1,026 total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B3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The AI Showdown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Random Forest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920240"/>
            <a:ext cx="4572000" cy="274320"/>
          </a:xfrm>
          <a:prstGeom prst="round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1920240"/>
            <a:ext cx="3300984" cy="274320"/>
          </a:xfrm>
          <a:prstGeom prst="roundRect">
            <a:avLst/>
          </a:prstGeom>
          <a:solidFill>
            <a:srgbClr val="16A34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72.2%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Gradient Boosting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651760"/>
            <a:ext cx="4572000" cy="274320"/>
          </a:xfrm>
          <a:prstGeom prst="round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2651760"/>
            <a:ext cx="3273552" cy="27432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71.6%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918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Logistic Regression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3383280"/>
            <a:ext cx="4572000" cy="274320"/>
          </a:xfrm>
          <a:prstGeom prst="round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0" y="3383280"/>
            <a:ext cx="3236976" cy="274320"/>
          </a:xfrm>
          <a:prstGeom prst="roundRect">
            <a:avLst/>
          </a:prstGeom>
          <a:solidFill>
            <a:srgbClr val="9333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329184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70.8%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Hybrid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4114800"/>
            <a:ext cx="4572000" cy="274320"/>
          </a:xfrm>
          <a:prstGeom prst="roundRect">
            <a:avLst/>
          </a:prstGeom>
          <a:solidFill>
            <a:srgbClr val="3232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00400" y="4114800"/>
            <a:ext cx="2340864" cy="274320"/>
          </a:xfrm>
          <a:prstGeom prst="roundRect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4023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51.2%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A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🏆 Random Forest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72.2%</a:t>
            </a:r>
          </a:p>
          <a:p>
            <a:r>
              <a:t>F1-Score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✓ Balanced precision &amp; recall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✓ Handles non-linear patterns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✓ Robust to overfitting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3891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Top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846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Year: 22.5%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5212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Month: 19.2%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Subreddit: 15.0%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Crushing the 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Random Guessing  50.2%  +44%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Subreddit Only  38.6%  +87%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Our Model  72.2%  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B6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5603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📈 Content Strategy</a:t>
            </a:r>
          </a:p>
          <a:p>
            <a:pPr>
              <a:defRPr sz="1400">
                <a:solidFill>
                  <a:srgbClr val="C8C8C8"/>
                </a:solidFill>
              </a:defRPr>
            </a:pPr>
          </a:p>
          <a:p>
            <a:r>
              <a:t>Optimize posting time &amp;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2286000"/>
            <a:ext cx="25603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🎯 Early Detection</a:t>
            </a:r>
          </a:p>
          <a:p>
            <a:pPr>
              <a:defRPr sz="1400">
                <a:solidFill>
                  <a:srgbClr val="C8C8C8"/>
                </a:solidFill>
              </a:defRPr>
            </a:pPr>
          </a:p>
          <a:p>
            <a:r>
              <a:t>Spot viral posts before they blow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2286000"/>
            <a:ext cx="25603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🧠 Platform Intelligence</a:t>
            </a:r>
          </a:p>
          <a:p>
            <a:pPr>
              <a:defRPr sz="1400">
                <a:solidFill>
                  <a:srgbClr val="C8C8C8"/>
                </a:solidFill>
              </a:defRPr>
            </a:pPr>
          </a:p>
          <a:p>
            <a:r>
              <a:t>Understand engagement drivers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B27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Next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🤖 BERT embeddings for deeper text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📸 Image content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💬 Full post content (not just titles)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🔮 Real-time prediction 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The 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72% accuracy predicting viral posts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Using zero future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AB308"/>
                </a:solidFill>
              </a:defRPr>
            </a:pPr>
            <a:r>
              <a:t>✨ We can predict engagement before it happens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Score Distribution</a:t>
            </a:r>
          </a:p>
        </p:txBody>
      </p:sp>
      <p:pic>
        <p:nvPicPr>
          <p:cNvPr id="3" name="Picture 2" descr="scor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9006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Top Subreddits</a:t>
            </a:r>
          </a:p>
        </p:txBody>
      </p:sp>
      <p:pic>
        <p:nvPicPr>
          <p:cNvPr id="3" name="Picture 2" descr="top_subredd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9006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Model Performance Comparison</a:t>
            </a:r>
          </a:p>
        </p:txBody>
      </p:sp>
      <p:pic>
        <p:nvPicPr>
          <p:cNvPr id="3" name="Picture 2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07791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Precision-Recall Trade-off</a:t>
            </a:r>
          </a:p>
        </p:txBody>
      </p:sp>
      <p:pic>
        <p:nvPicPr>
          <p:cNvPr id="3" name="Picture 2" descr="precision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9321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Feature Importance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56593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Engagement Distribution</a:t>
            </a:r>
          </a:p>
        </p:txBody>
      </p:sp>
      <p:pic>
        <p:nvPicPr>
          <p:cNvPr id="3" name="Picture 2" descr="engagem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9182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73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